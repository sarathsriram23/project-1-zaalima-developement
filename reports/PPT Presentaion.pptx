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yam Krishna" userId="047309c479511027" providerId="LiveId" clId="{9D76399C-808B-4206-97EA-088D10B93369}"/>
    <pc:docChg chg="custSel delSld modSld">
      <pc:chgData name="Shyam Krishna" userId="047309c479511027" providerId="LiveId" clId="{9D76399C-808B-4206-97EA-088D10B93369}" dt="2026-07-05T15:18:13.817" v="347" actId="27636"/>
      <pc:docMkLst>
        <pc:docMk/>
      </pc:docMkLst>
      <pc:sldChg chg="modSp mod">
        <pc:chgData name="Shyam Krishna" userId="047309c479511027" providerId="LiveId" clId="{9D76399C-808B-4206-97EA-088D10B93369}" dt="2026-07-05T15:15:26.199" v="312" actId="255"/>
        <pc:sldMkLst>
          <pc:docMk/>
          <pc:sldMk cId="0" sldId="256"/>
        </pc:sldMkLst>
        <pc:spChg chg="mod">
          <ac:chgData name="Shyam Krishna" userId="047309c479511027" providerId="LiveId" clId="{9D76399C-808B-4206-97EA-088D10B93369}" dt="2026-07-05T15:15:15.584" v="310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yam Krishna" userId="047309c479511027" providerId="LiveId" clId="{9D76399C-808B-4206-97EA-088D10B93369}" dt="2026-07-05T15:15:26.199" v="312" actId="255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hyam Krishna" userId="047309c479511027" providerId="LiveId" clId="{9D76399C-808B-4206-97EA-088D10B93369}" dt="2026-07-05T15:16:00.130" v="318" actId="2711"/>
        <pc:sldMkLst>
          <pc:docMk/>
          <pc:sldMk cId="0" sldId="257"/>
        </pc:sldMkLst>
        <pc:spChg chg="mod">
          <ac:chgData name="Shyam Krishna" userId="047309c479511027" providerId="LiveId" clId="{9D76399C-808B-4206-97EA-088D10B93369}" dt="2026-07-05T15:15:47.007" v="314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Shyam Krishna" userId="047309c479511027" providerId="LiveId" clId="{9D76399C-808B-4206-97EA-088D10B93369}" dt="2026-07-05T15:16:00.130" v="318" actId="2711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hyam Krishna" userId="047309c479511027" providerId="LiveId" clId="{9D76399C-808B-4206-97EA-088D10B93369}" dt="2026-07-05T15:16:26.467" v="322" actId="2711"/>
        <pc:sldMkLst>
          <pc:docMk/>
          <pc:sldMk cId="0" sldId="258"/>
        </pc:sldMkLst>
        <pc:spChg chg="mod">
          <ac:chgData name="Shyam Krishna" userId="047309c479511027" providerId="LiveId" clId="{9D76399C-808B-4206-97EA-088D10B93369}" dt="2026-07-05T15:16:16.104" v="320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Shyam Krishna" userId="047309c479511027" providerId="LiveId" clId="{9D76399C-808B-4206-97EA-088D10B93369}" dt="2026-07-05T15:16:26.467" v="322" actId="2711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hyam Krishna" userId="047309c479511027" providerId="LiveId" clId="{9D76399C-808B-4206-97EA-088D10B93369}" dt="2026-07-05T15:16:49.603" v="327" actId="2711"/>
        <pc:sldMkLst>
          <pc:docMk/>
          <pc:sldMk cId="0" sldId="259"/>
        </pc:sldMkLst>
        <pc:spChg chg="mod">
          <ac:chgData name="Shyam Krishna" userId="047309c479511027" providerId="LiveId" clId="{9D76399C-808B-4206-97EA-088D10B93369}" dt="2026-07-05T15:16:35.843" v="324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Shyam Krishna" userId="047309c479511027" providerId="LiveId" clId="{9D76399C-808B-4206-97EA-088D10B93369}" dt="2026-07-05T15:16:49.603" v="327" actId="2711"/>
          <ac:spMkLst>
            <pc:docMk/>
            <pc:sldMk cId="0" sldId="259"/>
            <ac:spMk id="3" creationId="{00000000-0000-0000-0000-000000000000}"/>
          </ac:spMkLst>
        </pc:spChg>
      </pc:sldChg>
      <pc:sldChg chg="del">
        <pc:chgData name="Shyam Krishna" userId="047309c479511027" providerId="LiveId" clId="{9D76399C-808B-4206-97EA-088D10B93369}" dt="2026-07-05T15:13:38.262" v="257" actId="2696"/>
        <pc:sldMkLst>
          <pc:docMk/>
          <pc:sldMk cId="0" sldId="260"/>
        </pc:sldMkLst>
      </pc:sldChg>
      <pc:sldChg chg="del">
        <pc:chgData name="Shyam Krishna" userId="047309c479511027" providerId="LiveId" clId="{9D76399C-808B-4206-97EA-088D10B93369}" dt="2026-07-05T15:13:50.137" v="258" actId="2696"/>
        <pc:sldMkLst>
          <pc:docMk/>
          <pc:sldMk cId="0" sldId="261"/>
        </pc:sldMkLst>
      </pc:sldChg>
      <pc:sldChg chg="modSp mod">
        <pc:chgData name="Shyam Krishna" userId="047309c479511027" providerId="LiveId" clId="{9D76399C-808B-4206-97EA-088D10B93369}" dt="2026-07-05T15:17:13.287" v="333" actId="255"/>
        <pc:sldMkLst>
          <pc:docMk/>
          <pc:sldMk cId="0" sldId="262"/>
        </pc:sldMkLst>
        <pc:spChg chg="mod">
          <ac:chgData name="Shyam Krishna" userId="047309c479511027" providerId="LiveId" clId="{9D76399C-808B-4206-97EA-088D10B93369}" dt="2026-07-05T15:16:59.179" v="329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Shyam Krishna" userId="047309c479511027" providerId="LiveId" clId="{9D76399C-808B-4206-97EA-088D10B93369}" dt="2026-07-05T15:17:13.287" v="333" actId="255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Shyam Krishna" userId="047309c479511027" providerId="LiveId" clId="{9D76399C-808B-4206-97EA-088D10B93369}" dt="2026-07-05T15:17:33.388" v="337" actId="255"/>
        <pc:sldMkLst>
          <pc:docMk/>
          <pc:sldMk cId="0" sldId="263"/>
        </pc:sldMkLst>
        <pc:spChg chg="mod">
          <ac:chgData name="Shyam Krishna" userId="047309c479511027" providerId="LiveId" clId="{9D76399C-808B-4206-97EA-088D10B93369}" dt="2026-07-05T15:17:24.130" v="335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Shyam Krishna" userId="047309c479511027" providerId="LiveId" clId="{9D76399C-808B-4206-97EA-088D10B93369}" dt="2026-07-05T15:17:33.388" v="337" actId="255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Shyam Krishna" userId="047309c479511027" providerId="LiveId" clId="{9D76399C-808B-4206-97EA-088D10B93369}" dt="2026-07-05T15:17:57.254" v="342" actId="255"/>
        <pc:sldMkLst>
          <pc:docMk/>
          <pc:sldMk cId="0" sldId="264"/>
        </pc:sldMkLst>
        <pc:spChg chg="mod">
          <ac:chgData name="Shyam Krishna" userId="047309c479511027" providerId="LiveId" clId="{9D76399C-808B-4206-97EA-088D10B93369}" dt="2026-07-05T15:17:49.029" v="340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Shyam Krishna" userId="047309c479511027" providerId="LiveId" clId="{9D76399C-808B-4206-97EA-088D10B93369}" dt="2026-07-05T15:17:57.254" v="342" actId="255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Shyam Krishna" userId="047309c479511027" providerId="LiveId" clId="{9D76399C-808B-4206-97EA-088D10B93369}" dt="2026-07-05T15:18:13.817" v="347" actId="27636"/>
        <pc:sldMkLst>
          <pc:docMk/>
          <pc:sldMk cId="0" sldId="265"/>
        </pc:sldMkLst>
        <pc:spChg chg="mod">
          <ac:chgData name="Shyam Krishna" userId="047309c479511027" providerId="LiveId" clId="{9D76399C-808B-4206-97EA-088D10B93369}" dt="2026-07-05T15:18:06.090" v="344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yam Krishna" userId="047309c479511027" providerId="LiveId" clId="{9D76399C-808B-4206-97EA-088D10B93369}" dt="2026-07-05T15:18:13.817" v="347" actId="27636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 &amp; Lifetime Value (LTV)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endParaRPr lang="en-GB" dirty="0"/>
          </a:p>
          <a:p>
            <a:pPr marL="0" indent="0">
              <a:buNone/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Member 1 – Data Engineer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Member 2 – Data Analyst 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Member 3 – ML Engineer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Member 4 –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LTV &amp; API Engineer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Member 5 –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 &amp; Deployment Engineer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endParaRPr lang="en-GB" dirty="0"/>
          </a:p>
          <a:p>
            <a:pPr marL="0" indent="0">
              <a:buNone/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 companies lose customers due to competition.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Predict Customer Churn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Predict Customer Lifetime Value (LTV)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 customer retention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1439"/>
          </a:xfrm>
        </p:spPr>
        <p:txBody>
          <a:bodyPr>
            <a:normAutofit/>
          </a:bodyPr>
          <a:lstStyle/>
          <a:p>
            <a:pPr marL="0" indent="0">
              <a:buNone/>
              <a:defRPr sz="2200"/>
            </a:pPr>
            <a:endParaRPr lang="en-GB" dirty="0"/>
          </a:p>
          <a:p>
            <a:pPr marL="0" indent="0">
              <a:buNone/>
              <a:defRPr sz="2200"/>
            </a:pPr>
            <a:endParaRPr lang="en-AE" dirty="0"/>
          </a:p>
          <a:p>
            <a:pPr marL="0" indent="0">
              <a:buNone/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Telco Dataset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Metabase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endParaRPr lang="en-GB" dirty="0"/>
          </a:p>
          <a:p>
            <a:pPr marL="0" indent="0">
              <a:buNone/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dirty="0"/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customers churn more.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monthly charges increase churn.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Short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 customers churn more.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Electronic check users churn more.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Two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contracts have the lowest churn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LTV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endParaRPr lang="en-GB" dirty="0"/>
          </a:p>
          <a:p>
            <a:pPr marL="0" indent="0">
              <a:buNone/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LTV estimates future customer revenue.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 = AED 200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 = 24 months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LTV = AED 4,800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Retain valuable customers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 marketing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endParaRPr lang="en-GB" dirty="0"/>
          </a:p>
          <a:p>
            <a:pPr marL="0" indent="0">
              <a:buNone/>
              <a:defRPr sz="2200"/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exposes the ML model through APIs.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Churn Prediction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Churn Probability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LTV Prediction</a:t>
            </a: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Metabase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endParaRPr lang="en-GB" dirty="0"/>
          </a:p>
          <a:p>
            <a:pPr marL="0" indent="0">
              <a:buNone/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dashboard: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Churn Rate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Revenue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Contract Analysis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LTV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200"/>
            </a:pPr>
            <a:endParaRPr lang="en-GB" dirty="0"/>
          </a:p>
          <a:p>
            <a:pPr marL="0" indent="0">
              <a:buNone/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completed: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Churn prediction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LTV estimation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Dashboard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API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/>
            </a:pP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prediction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Cloud deployment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Advanced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271</Words>
  <Application>Microsoft Office PowerPoint</Application>
  <PresentationFormat>On-screen Show (4:3)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Customer Churn Prediction &amp; Lifetime Value (LTV) Engine</vt:lpstr>
      <vt:lpstr>Problem Statement</vt:lpstr>
      <vt:lpstr>Architecture</vt:lpstr>
      <vt:lpstr>EDA Findings</vt:lpstr>
      <vt:lpstr>LTV Engine</vt:lpstr>
      <vt:lpstr>FastAPI</vt:lpstr>
      <vt:lpstr>Metabase Dashboard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Shyam Krishna</cp:lastModifiedBy>
  <cp:revision>1</cp:revision>
  <dcterms:created xsi:type="dcterms:W3CDTF">2013-01-27T09:14:16Z</dcterms:created>
  <dcterms:modified xsi:type="dcterms:W3CDTF">2026-07-05T15:18:16Z</dcterms:modified>
  <cp:category/>
</cp:coreProperties>
</file>